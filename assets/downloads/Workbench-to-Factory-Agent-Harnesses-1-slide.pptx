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B3D6E"/>
                </a:solidFill>
                <a:latin typeface="Calibri"/>
              </a:rPr>
              <a:t>From workbench to factory: agent harnesses on a persistent agent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04672"/>
            <a:ext cx="1133856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Autonomous agents need their own runtime. Run a portfolio of model-native harnesses on persistent workspaces, share one skills layer and one governed gateway, and keep the IDE as the human cockpit.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63040"/>
            <a:ext cx="3566160" cy="3246120"/>
          </a:xfrm>
          <a:prstGeom prst="rect">
            <a:avLst/>
          </a:prstGeom>
          <a:solidFill>
            <a:srgbClr val="E4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B3D6E"/>
                </a:solidFill>
                <a:latin typeface="Calibri"/>
              </a:rPr>
              <a:t>Why the IDE alone caps autonomy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Not persistent: </a:t>
            </a:r>
            <a:r>
              <a:rPr sz="1300" b="0">
                <a:solidFill>
                  <a:srgbClr val="1A1A1A"/>
                </a:solidFill>
                <a:latin typeface="Calibri"/>
              </a:rPr>
              <a:t>snapshot VMs lose state; no overnight runs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Few round trips: </a:t>
            </a:r>
            <a:r>
              <a:rPr sz="1300" b="0">
                <a:solidFill>
                  <a:srgbClr val="1A1A1A"/>
                </a:solidFill>
                <a:latin typeface="Calibri"/>
              </a:rPr>
              <a:t>loop built for a human reviewing each step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Token cost: </a:t>
            </a:r>
            <a:r>
              <a:rPr sz="1300" b="0">
                <a:solidFill>
                  <a:srgbClr val="1A1A1A"/>
                </a:solidFill>
                <a:latin typeface="Calibri"/>
              </a:rPr>
              <a:t>no control of caching, routing or model choice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Short context: </a:t>
            </a:r>
            <a:r>
              <a:rPr sz="1300" b="0">
                <a:solidFill>
                  <a:srgbClr val="1A1A1A"/>
                </a:solidFill>
                <a:latin typeface="Calibri"/>
              </a:rPr>
              <a:t>memory isn't managed by the runtime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One agent per session: </a:t>
            </a:r>
            <a:r>
              <a:rPr sz="1300" b="0">
                <a:solidFill>
                  <a:srgbClr val="1A1A1A"/>
                </a:solidFill>
                <a:latin typeface="Calibri"/>
              </a:rPr>
              <a:t>no multi-agent coordination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1463040"/>
            <a:ext cx="3566160" cy="3246120"/>
          </a:xfrm>
          <a:prstGeom prst="rect">
            <a:avLst/>
          </a:prstGeom>
          <a:solidFill>
            <a:srgbClr val="E4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B3D6E"/>
                </a:solidFill>
                <a:latin typeface="Calibri"/>
              </a:rPr>
              <a:t>Why several harnesses, not one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Labs post-train each model on its own harness, so a model works best in the harness it was trained in.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Claude  →  Claude Code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F7A8C"/>
                </a:solidFill>
                <a:latin typeface="Calibri"/>
              </a:rPr>
              <a:t>GPT  →  Codex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F7A8C"/>
                </a:solidFill>
                <a:latin typeface="Calibri"/>
              </a:rPr>
              <a:t>Grok  →  Grok Build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OpenCode: </a:t>
            </a:r>
            <a:r>
              <a:rPr sz="1300" b="0">
                <a:solidFill>
                  <a:srgbClr val="1A1A1A"/>
                </a:solidFill>
                <a:latin typeface="Calibri"/>
              </a:rPr>
              <a:t>model-agnostic baseline and fallback; avoids lock-in as model leadership shifts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560" y="1444752"/>
            <a:ext cx="38862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B3D6E"/>
                </a:solidFill>
                <a:latin typeface="Calibri"/>
              </a:rPr>
              <a:t>The platform under the harnesses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847088"/>
            <a:ext cx="3886200" cy="429768"/>
          </a:xfrm>
          <a:prstGeom prst="roundRect">
            <a:avLst/>
          </a:prstGeom>
          <a:solidFill>
            <a:srgbClr val="F4E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IDE cockpit: engineers review, steer, approve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322576"/>
            <a:ext cx="3886200" cy="429768"/>
          </a:xfrm>
          <a:prstGeom prst="roundRect">
            <a:avLst/>
          </a:prstGeom>
          <a:solidFill>
            <a:srgbClr val="0B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Harnesses: Claude Code · Codex · Grok Build · OpenCode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2798064"/>
            <a:ext cx="3886200" cy="429768"/>
          </a:xfrm>
          <a:prstGeom prst="round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Shared skills + knowledge graph via MCP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3273552"/>
            <a:ext cx="3886200" cy="429768"/>
          </a:xfrm>
          <a:prstGeom prst="round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Model &amp; token gateway · System access broker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749039"/>
            <a:ext cx="3886200" cy="429768"/>
          </a:xfrm>
          <a:prstGeom prst="round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Orchestration · memory · 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4224528"/>
            <a:ext cx="3886200" cy="429768"/>
          </a:xfrm>
          <a:prstGeom prst="roundRect">
            <a:avLst/>
          </a:prstGeom>
          <a:solidFill>
            <a:srgbClr val="0B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Persistent agent workspaces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846320"/>
            <a:ext cx="7315200" cy="1463040"/>
          </a:xfrm>
          <a:prstGeom prst="rect">
            <a:avLst/>
          </a:prstGeom>
          <a:noFill/>
          <a:ln w="12700">
            <a:solidFill>
              <a:srgbClr val="0B3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3D6E"/>
                </a:solidFill>
                <a:latin typeface="Calibri"/>
              </a:rPr>
              <a:t>Prove it with a measured pilot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20–30 real engineering tasks. The current IDE assistant vs. Claude Code, Codex, Grok Build and OpenCode, all on the same skills and sandbox.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Measure: </a:t>
            </a:r>
            <a:r>
              <a:rPr sz="1300" b="0">
                <a:solidFill>
                  <a:srgbClr val="1A1A1A"/>
                </a:solidFill>
                <a:latin typeface="Calibri"/>
              </a:rPr>
              <a:t>correct completion, cost per completed task, wall time, round trips, human interventions, unattended run length. Keep a harness only where it beats the baseline.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4846320"/>
            <a:ext cx="3886200" cy="1463040"/>
          </a:xfrm>
          <a:prstGeom prst="rect">
            <a:avLst/>
          </a:prstGeom>
          <a:noFill/>
          <a:ln w="12700">
            <a:solidFill>
              <a:srgbClr val="0B3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3D6E"/>
                </a:solidFill>
                <a:latin typeface="Calibri"/>
              </a:rPr>
              <a:t>Options weighed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IDE only: </a:t>
            </a:r>
            <a:r>
              <a:rPr sz="1100" b="0">
                <a:solidFill>
                  <a:srgbClr val="1A1A1A"/>
                </a:solidFill>
                <a:latin typeface="Calibri"/>
              </a:rPr>
              <a:t>keep as cockpit, not runtime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One vendor harness: </a:t>
            </a:r>
            <a:r>
              <a:rPr sz="1100" b="0">
                <a:solidFill>
                  <a:srgbClr val="1A1A1A"/>
                </a:solidFill>
                <a:latin typeface="Calibri"/>
              </a:rPr>
              <a:t>lock-in, not recommended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OpenCode only: </a:t>
            </a:r>
            <a:r>
              <a:rPr sz="1100" b="0">
                <a:solidFill>
                  <a:srgbClr val="1A1A1A"/>
                </a:solidFill>
                <a:latin typeface="Calibri"/>
              </a:rPr>
              <a:t>adopt as fallback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F7A8C"/>
                </a:solidFill>
                <a:latin typeface="Calibri"/>
              </a:rPr>
              <a:t>Multi-harness platform: </a:t>
            </a:r>
            <a:r>
              <a:rPr sz="1100" b="1">
                <a:solidFill>
                  <a:srgbClr val="1F7A8C"/>
                </a:solidFill>
                <a:latin typeface="Calibri"/>
              </a:rPr>
              <a:t>recommended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Avinash Peyyety · September 2026 · Writing assistance: SpaceXAI · avinashpeyyety.github.io/white-papers/agent-harnesses-persistent-platform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